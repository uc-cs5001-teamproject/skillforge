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5" autoAdjust="0"/>
    <p:restoredTop sz="94660"/>
  </p:normalViewPr>
  <p:slideViewPr>
    <p:cSldViewPr snapToGrid="0">
      <p:cViewPr>
        <p:scale>
          <a:sx n="62" d="100"/>
          <a:sy n="62" d="100"/>
        </p:scale>
        <p:origin x="644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7223B-F044-4320-8336-50EB1BE895E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F282E-EDEF-4C0D-9882-4C9E0461B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1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F282E-EDEF-4C0D-9882-4C9E0461B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1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DFFE-9904-B7D7-42F4-FCF14519E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7E41A-432A-1CA8-EE76-947CA3A04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01691-DCCB-9216-8016-C3561F08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8714A-CD10-E321-6BD1-EF73ABF8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99B26-6A47-ECBE-3EF3-49D28455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41B0-EF37-D031-8A76-A5BB9BB6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DBE2-F352-DF70-8E52-3C35F0CDC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AFC2D-4667-F375-509C-3E22C7AD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3F7D1-DDA8-0B2E-EE38-3A6EAAEB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30BFB-DA7E-3D5B-48D3-AF65C471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A9AA-6D95-167B-0FE7-C4E32EE5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8E402-6303-5929-5E21-B2D420AA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6AAA-F65D-CB9B-5044-30DBB584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5695E-1CF3-6A6F-34D2-9B0BE1DD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39AB7-FFC2-DEFF-EC1F-E1D9AF1E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8B38-263C-8D19-59CB-F785FA82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C13B7-604E-8563-E791-838A4E708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529A4-15C3-F286-8B4F-422902A5E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0B8D6-F840-53E9-1714-D9AFC5F56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4EE8D-FB87-ACBE-58D3-040C328E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198A2-8B39-4B11-A6C0-B2057777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7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9E29-1B54-7E2F-7C03-7FE2779A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D864B-943C-5AFE-52C7-36902DBD5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DE77E-3397-7330-CAEA-085EFAB71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16B4B-A20B-24A6-3F5A-A55F99192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CBA98-E6EC-F390-8527-DEC9ABBDA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52A1F-0962-5D0B-527F-780189B4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214A5-4A89-4781-6BCF-C4FBC0E8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993582-96D4-8A89-00CD-B6D36A7D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7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8144-E70E-349A-7749-32E6D89B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FD03-EBAC-FBDC-63C7-07A27C2C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A51DB-1D1E-22FA-139E-A19A6527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85F50-2C79-7459-F358-2C19C883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2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F96E8-71B6-7635-AFCA-DBCD4F19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52DC1-CA44-71DF-49E4-71EFFF0E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6AB6F-B56F-B7FC-9C9E-C078DCA4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9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A5FA-56CA-4EB1-A1FD-21934259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8045E-D89C-5D35-F62F-A78A673FA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FC7C7-BB4B-0D46-F452-84365DF87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93576-5B19-A288-7588-1128BA8D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AF5A0-B85D-7974-3CA6-6AEA4A7A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51568-3CAE-BA85-0EF7-CE091E65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9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408C-5EA1-F85B-66FB-2644D072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F5B4C-C4C7-87BA-9281-E7E76FA4292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B60EF-436B-1B74-30A8-5A0B3F39F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BA4BF-BC43-1684-1EF2-E0E65832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0A2F7-5E24-4319-B844-1DD5FEC0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19EC3-A88F-F81B-2672-DEF19363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CBA7-3FE0-BDB9-DA92-FD073273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A1568-D5F5-48D2-8783-2C3D9E859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85915-EF2B-D4CB-7CE3-79F84D4B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FDD25-456C-249D-575E-9746042B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F3E6-091B-0CE2-A02C-B32FE219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8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7B374-6B38-DBA6-A9A5-2B49C7065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E17F7-9624-548B-51BC-E0CCE870B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A0F25-8E67-D977-F49D-0A9211C7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17C95-E1AD-D6F8-4CDB-1B9D4740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A175-CEAD-1CBE-F07E-6CFED0E5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047867-F098-ED22-F461-1382AF9C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F9F9-7A91-FBEA-9031-8C7C2DBF2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974DD-6789-9EC6-F3A1-983D93C09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8DD05-BD56-48EA-8576-4720410710E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203BE-5137-FFBC-4FC9-22137CF9D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A2156-A5A3-4A78-C17B-517CB06B3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CB6B1-C17A-4CBF-A8D8-3BCD7CCB6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3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7A7E32F-DC94-14F8-2DAE-8F035AAC1FC3}"/>
              </a:ext>
            </a:extLst>
          </p:cNvPr>
          <p:cNvSpPr/>
          <p:nvPr/>
        </p:nvSpPr>
        <p:spPr>
          <a:xfrm>
            <a:off x="181087" y="1458136"/>
            <a:ext cx="1521172" cy="1062507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Robotics Engineer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14DD2A-F111-2232-E885-B227FC1F14D0}"/>
              </a:ext>
            </a:extLst>
          </p:cNvPr>
          <p:cNvSpPr/>
          <p:nvPr/>
        </p:nvSpPr>
        <p:spPr>
          <a:xfrm>
            <a:off x="2518666" y="144979"/>
            <a:ext cx="7154668" cy="81716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SkillForge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Block Diagram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Provides a simple, web-interface that allows robotics engineers to upload a demonstration video, configure training, monitor progress, and view results.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398246-6F74-95FC-8437-3B07B8CB2965}"/>
              </a:ext>
            </a:extLst>
          </p:cNvPr>
          <p:cNvSpPr/>
          <p:nvPr/>
        </p:nvSpPr>
        <p:spPr>
          <a:xfrm>
            <a:off x="2581771" y="1038481"/>
            <a:ext cx="7050411" cy="37800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10CEF0-92BF-E96A-A9CE-08C51C09B2F1}"/>
              </a:ext>
            </a:extLst>
          </p:cNvPr>
          <p:cNvSpPr/>
          <p:nvPr/>
        </p:nvSpPr>
        <p:spPr>
          <a:xfrm>
            <a:off x="212929" y="4973638"/>
            <a:ext cx="6389448" cy="170949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F379D-8246-26C5-4DC7-5A4278AF6D6D}"/>
              </a:ext>
            </a:extLst>
          </p:cNvPr>
          <p:cNvSpPr txBox="1"/>
          <p:nvPr/>
        </p:nvSpPr>
        <p:spPr>
          <a:xfrm>
            <a:off x="2976584" y="4990854"/>
            <a:ext cx="96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Legend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EDB6CD-B55F-EF47-CAFE-69040D9A9633}"/>
              </a:ext>
            </a:extLst>
          </p:cNvPr>
          <p:cNvSpPr/>
          <p:nvPr/>
        </p:nvSpPr>
        <p:spPr>
          <a:xfrm>
            <a:off x="2739049" y="1255100"/>
            <a:ext cx="2289901" cy="126554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C1 – Video Upload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Allows the user to upload a video of the demonstration and details of the task.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6E587E-DC72-519F-6467-C083B58BF49D}"/>
              </a:ext>
            </a:extLst>
          </p:cNvPr>
          <p:cNvSpPr/>
          <p:nvPr/>
        </p:nvSpPr>
        <p:spPr>
          <a:xfrm>
            <a:off x="7093558" y="1224752"/>
            <a:ext cx="2289901" cy="12041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C2 – Configuration</a:t>
            </a:r>
          </a:p>
          <a:p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Lets the user set training parameters.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A00FF2-B3F6-0A77-7D37-415D2093C2C0}"/>
              </a:ext>
            </a:extLst>
          </p:cNvPr>
          <p:cNvSpPr/>
          <p:nvPr/>
        </p:nvSpPr>
        <p:spPr>
          <a:xfrm>
            <a:off x="7078675" y="3120619"/>
            <a:ext cx="2289901" cy="13240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C3 – Review</a:t>
            </a: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Allows the user to start training by showing a summary of the uploaded video and its settings.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C949CB-4B19-B2DC-2DE3-5AA8B915D9E5}"/>
              </a:ext>
            </a:extLst>
          </p:cNvPr>
          <p:cNvSpPr txBox="1"/>
          <p:nvPr/>
        </p:nvSpPr>
        <p:spPr>
          <a:xfrm>
            <a:off x="5136517" y="1581482"/>
            <a:ext cx="2026535" cy="31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Video data &amp; settings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261FF0-F6A1-4A55-1685-B60006EDCCD8}"/>
              </a:ext>
            </a:extLst>
          </p:cNvPr>
          <p:cNvSpPr txBox="1"/>
          <p:nvPr/>
        </p:nvSpPr>
        <p:spPr>
          <a:xfrm>
            <a:off x="7411132" y="2600214"/>
            <a:ext cx="11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Training parameters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56E0D60-DA19-67E9-1F2F-AB67EBFD1C27}"/>
              </a:ext>
            </a:extLst>
          </p:cNvPr>
          <p:cNvSpPr/>
          <p:nvPr/>
        </p:nvSpPr>
        <p:spPr>
          <a:xfrm>
            <a:off x="2809820" y="3075653"/>
            <a:ext cx="2220233" cy="14240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C4 – Training Monitor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Displays training progress and final results.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57DDE8-3DA9-19EE-ECA1-B28006445DCF}"/>
              </a:ext>
            </a:extLst>
          </p:cNvPr>
          <p:cNvCxnSpPr>
            <a:cxnSpLocks/>
          </p:cNvCxnSpPr>
          <p:nvPr/>
        </p:nvCxnSpPr>
        <p:spPr>
          <a:xfrm flipH="1" flipV="1">
            <a:off x="5021458" y="3429000"/>
            <a:ext cx="2072100" cy="10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B820C58-9A45-E4A5-4113-7BA234ED6B35}"/>
              </a:ext>
            </a:extLst>
          </p:cNvPr>
          <p:cNvCxnSpPr>
            <a:cxnSpLocks/>
          </p:cNvCxnSpPr>
          <p:nvPr/>
        </p:nvCxnSpPr>
        <p:spPr>
          <a:xfrm>
            <a:off x="5067022" y="1570682"/>
            <a:ext cx="20265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D522FFA-4390-2A8D-4A90-CC2A7014634C}"/>
              </a:ext>
            </a:extLst>
          </p:cNvPr>
          <p:cNvCxnSpPr>
            <a:cxnSpLocks/>
          </p:cNvCxnSpPr>
          <p:nvPr/>
        </p:nvCxnSpPr>
        <p:spPr>
          <a:xfrm flipH="1">
            <a:off x="5041762" y="2168081"/>
            <a:ext cx="20265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7873262-34D6-6E80-E217-A6FB6BFF5F4C}"/>
              </a:ext>
            </a:extLst>
          </p:cNvPr>
          <p:cNvSpPr txBox="1"/>
          <p:nvPr/>
        </p:nvSpPr>
        <p:spPr>
          <a:xfrm>
            <a:off x="5819128" y="1282188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2ED3FB-5AE3-3BF9-578F-75067C1F19B5}"/>
              </a:ext>
            </a:extLst>
          </p:cNvPr>
          <p:cNvSpPr txBox="1"/>
          <p:nvPr/>
        </p:nvSpPr>
        <p:spPr>
          <a:xfrm>
            <a:off x="5825216" y="1885406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1A4FA0-48FE-207C-019D-5895EDA834D6}"/>
              </a:ext>
            </a:extLst>
          </p:cNvPr>
          <p:cNvSpPr txBox="1"/>
          <p:nvPr/>
        </p:nvSpPr>
        <p:spPr>
          <a:xfrm>
            <a:off x="5230909" y="2155654"/>
            <a:ext cx="1759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Validation feedback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2CF493D-7CDF-8544-8064-22056CC42764}"/>
              </a:ext>
            </a:extLst>
          </p:cNvPr>
          <p:cNvCxnSpPr>
            <a:cxnSpLocks/>
          </p:cNvCxnSpPr>
          <p:nvPr/>
        </p:nvCxnSpPr>
        <p:spPr>
          <a:xfrm>
            <a:off x="7435798" y="2440346"/>
            <a:ext cx="0" cy="653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44C6423-5AAE-E67A-D300-C563F9D9C119}"/>
              </a:ext>
            </a:extLst>
          </p:cNvPr>
          <p:cNvSpPr txBox="1"/>
          <p:nvPr/>
        </p:nvSpPr>
        <p:spPr>
          <a:xfrm>
            <a:off x="7502119" y="2407526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F1DF922-9892-8F8B-8385-1A61B01763FC}"/>
              </a:ext>
            </a:extLst>
          </p:cNvPr>
          <p:cNvCxnSpPr>
            <a:cxnSpLocks/>
          </p:cNvCxnSpPr>
          <p:nvPr/>
        </p:nvCxnSpPr>
        <p:spPr>
          <a:xfrm flipV="1">
            <a:off x="8540626" y="2428900"/>
            <a:ext cx="0" cy="684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EE5820F-1A05-4E75-0730-1FC7754310C5}"/>
              </a:ext>
            </a:extLst>
          </p:cNvPr>
          <p:cNvSpPr txBox="1"/>
          <p:nvPr/>
        </p:nvSpPr>
        <p:spPr>
          <a:xfrm>
            <a:off x="8477198" y="2635699"/>
            <a:ext cx="119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Confirmation &amp; validation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1B5450-4F0E-C586-946C-21DC58A72DBA}"/>
              </a:ext>
            </a:extLst>
          </p:cNvPr>
          <p:cNvSpPr txBox="1"/>
          <p:nvPr/>
        </p:nvSpPr>
        <p:spPr>
          <a:xfrm>
            <a:off x="5455289" y="3410364"/>
            <a:ext cx="1223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Start training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EDADCC-0C3F-FA8C-B175-F74495E2967D}"/>
              </a:ext>
            </a:extLst>
          </p:cNvPr>
          <p:cNvSpPr txBox="1"/>
          <p:nvPr/>
        </p:nvSpPr>
        <p:spPr>
          <a:xfrm>
            <a:off x="5421356" y="4176446"/>
            <a:ext cx="1398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Training status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A6C7FC-1CD9-C8C6-B213-BDBF5D8F72F2}"/>
              </a:ext>
            </a:extLst>
          </p:cNvPr>
          <p:cNvSpPr txBox="1"/>
          <p:nvPr/>
        </p:nvSpPr>
        <p:spPr>
          <a:xfrm>
            <a:off x="8690500" y="2407526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I5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5DBE103-50E0-4234-9FA2-B214A1CE4F64}"/>
              </a:ext>
            </a:extLst>
          </p:cNvPr>
          <p:cNvCxnSpPr>
            <a:cxnSpLocks/>
          </p:cNvCxnSpPr>
          <p:nvPr/>
        </p:nvCxnSpPr>
        <p:spPr>
          <a:xfrm>
            <a:off x="5021458" y="4176446"/>
            <a:ext cx="2046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2223656-2757-FB39-1204-D96F81C91C7C}"/>
              </a:ext>
            </a:extLst>
          </p:cNvPr>
          <p:cNvSpPr txBox="1"/>
          <p:nvPr/>
        </p:nvSpPr>
        <p:spPr>
          <a:xfrm>
            <a:off x="5804064" y="3141279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116E2F-3FF7-6C29-9494-9066B2FAC9F1}"/>
              </a:ext>
            </a:extLst>
          </p:cNvPr>
          <p:cNvSpPr txBox="1"/>
          <p:nvPr/>
        </p:nvSpPr>
        <p:spPr>
          <a:xfrm>
            <a:off x="5804064" y="3900084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I7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BDDE8C0-98BC-ABF9-900B-DE1D2C08E30A}"/>
              </a:ext>
            </a:extLst>
          </p:cNvPr>
          <p:cNvCxnSpPr>
            <a:cxnSpLocks/>
            <a:stCxn id="4" idx="7"/>
          </p:cNvCxnSpPr>
          <p:nvPr/>
        </p:nvCxnSpPr>
        <p:spPr>
          <a:xfrm>
            <a:off x="1479489" y="1613737"/>
            <a:ext cx="10782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BEC9B3A-66C6-6CF3-A6AE-7FCE643324C6}"/>
              </a:ext>
            </a:extLst>
          </p:cNvPr>
          <p:cNvCxnSpPr>
            <a:cxnSpLocks/>
            <a:endCxn id="4" idx="5"/>
          </p:cNvCxnSpPr>
          <p:nvPr/>
        </p:nvCxnSpPr>
        <p:spPr>
          <a:xfrm flipH="1">
            <a:off x="1479489" y="2365042"/>
            <a:ext cx="1111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6A7C8E5-08A6-01BF-EC91-1C8A538980BF}"/>
              </a:ext>
            </a:extLst>
          </p:cNvPr>
          <p:cNvSpPr txBox="1"/>
          <p:nvPr/>
        </p:nvSpPr>
        <p:spPr>
          <a:xfrm>
            <a:off x="1758849" y="1570682"/>
            <a:ext cx="7782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User actions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7FF3665-4CFE-2518-B720-69F21D363761}"/>
              </a:ext>
            </a:extLst>
          </p:cNvPr>
          <p:cNvSpPr txBox="1"/>
          <p:nvPr/>
        </p:nvSpPr>
        <p:spPr>
          <a:xfrm>
            <a:off x="1660761" y="2345981"/>
            <a:ext cx="8132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Report results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48D932D-6E06-61E4-3868-BC842E507C8B}"/>
              </a:ext>
            </a:extLst>
          </p:cNvPr>
          <p:cNvSpPr txBox="1"/>
          <p:nvPr/>
        </p:nvSpPr>
        <p:spPr>
          <a:xfrm>
            <a:off x="1705130" y="1312948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F028C2A-CA1F-31C5-D5B4-FF6BC0448757}"/>
              </a:ext>
            </a:extLst>
          </p:cNvPr>
          <p:cNvSpPr txBox="1"/>
          <p:nvPr/>
        </p:nvSpPr>
        <p:spPr>
          <a:xfrm>
            <a:off x="1727561" y="2058490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I10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EA38717-EF5D-59F4-4AF4-D865D0A9CD2D}"/>
              </a:ext>
            </a:extLst>
          </p:cNvPr>
          <p:cNvSpPr/>
          <p:nvPr/>
        </p:nvSpPr>
        <p:spPr>
          <a:xfrm>
            <a:off x="81664" y="2979413"/>
            <a:ext cx="1894631" cy="97076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0405F0A-F34C-B07B-8565-E0B18EB3F60C}"/>
              </a:ext>
            </a:extLst>
          </p:cNvPr>
          <p:cNvSpPr txBox="1"/>
          <p:nvPr/>
        </p:nvSpPr>
        <p:spPr>
          <a:xfrm>
            <a:off x="-11382" y="3144004"/>
            <a:ext cx="2064340" cy="52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E1 – Identity Provider</a:t>
            </a: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Authenticates users.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8D868EA-0B81-FE58-E62A-FE05092CDD9B}"/>
              </a:ext>
            </a:extLst>
          </p:cNvPr>
          <p:cNvCxnSpPr>
            <a:cxnSpLocks/>
          </p:cNvCxnSpPr>
          <p:nvPr/>
        </p:nvCxnSpPr>
        <p:spPr>
          <a:xfrm flipH="1">
            <a:off x="1936784" y="3135412"/>
            <a:ext cx="654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F370A3A-1587-66AB-33C1-AE0E06ACF6FE}"/>
              </a:ext>
            </a:extLst>
          </p:cNvPr>
          <p:cNvCxnSpPr>
            <a:cxnSpLocks/>
          </p:cNvCxnSpPr>
          <p:nvPr/>
        </p:nvCxnSpPr>
        <p:spPr>
          <a:xfrm>
            <a:off x="1936784" y="3830081"/>
            <a:ext cx="654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0A4DE5B4-7DE9-5487-4D1B-849ED38E8CB2}"/>
              </a:ext>
            </a:extLst>
          </p:cNvPr>
          <p:cNvSpPr txBox="1"/>
          <p:nvPr/>
        </p:nvSpPr>
        <p:spPr>
          <a:xfrm>
            <a:off x="1921314" y="3097704"/>
            <a:ext cx="7782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Login request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ED8EC70-1535-3F7A-D261-DE5F1635E469}"/>
              </a:ext>
            </a:extLst>
          </p:cNvPr>
          <p:cNvSpPr txBox="1"/>
          <p:nvPr/>
        </p:nvSpPr>
        <p:spPr>
          <a:xfrm>
            <a:off x="1868437" y="3847203"/>
            <a:ext cx="8844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Login response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1EF1360-3130-F7FC-2066-806A09B6884F}"/>
              </a:ext>
            </a:extLst>
          </p:cNvPr>
          <p:cNvSpPr txBox="1"/>
          <p:nvPr/>
        </p:nvSpPr>
        <p:spPr>
          <a:xfrm>
            <a:off x="1962647" y="2835751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3F74563-DA37-CD62-4E53-5CA1A98E1C70}"/>
              </a:ext>
            </a:extLst>
          </p:cNvPr>
          <p:cNvSpPr txBox="1"/>
          <p:nvPr/>
        </p:nvSpPr>
        <p:spPr>
          <a:xfrm>
            <a:off x="1915805" y="3535857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I12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C4D85EEB-3944-884C-5F6B-5A16343C1FC5}"/>
              </a:ext>
            </a:extLst>
          </p:cNvPr>
          <p:cNvSpPr/>
          <p:nvPr/>
        </p:nvSpPr>
        <p:spPr>
          <a:xfrm>
            <a:off x="10288738" y="581537"/>
            <a:ext cx="1623716" cy="142713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D201CF3-06D1-4C75-C1E8-0EEDC9553C74}"/>
              </a:ext>
            </a:extLst>
          </p:cNvPr>
          <p:cNvSpPr txBox="1"/>
          <p:nvPr/>
        </p:nvSpPr>
        <p:spPr>
          <a:xfrm>
            <a:off x="10263200" y="779436"/>
            <a:ext cx="169629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E2 – Backend API</a:t>
            </a: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Handles authentication and manages data.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CFD9737A-7433-85A9-95C9-F946DA7DE250}"/>
              </a:ext>
            </a:extLst>
          </p:cNvPr>
          <p:cNvCxnSpPr>
            <a:cxnSpLocks/>
          </p:cNvCxnSpPr>
          <p:nvPr/>
        </p:nvCxnSpPr>
        <p:spPr>
          <a:xfrm>
            <a:off x="9286848" y="1102734"/>
            <a:ext cx="1001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1BD09EF7-B8E7-94E3-CD57-29EE42F972EE}"/>
              </a:ext>
            </a:extLst>
          </p:cNvPr>
          <p:cNvSpPr txBox="1"/>
          <p:nvPr/>
        </p:nvSpPr>
        <p:spPr>
          <a:xfrm>
            <a:off x="9596649" y="1059248"/>
            <a:ext cx="746361" cy="91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Video and settings request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2A7C074-C047-3265-5D26-C2147A40D231}"/>
              </a:ext>
            </a:extLst>
          </p:cNvPr>
          <p:cNvSpPr txBox="1"/>
          <p:nvPr/>
        </p:nvSpPr>
        <p:spPr>
          <a:xfrm>
            <a:off x="9651044" y="790251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I8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5A565949-6EC2-2E04-4305-DCA01945E783}"/>
              </a:ext>
            </a:extLst>
          </p:cNvPr>
          <p:cNvSpPr/>
          <p:nvPr/>
        </p:nvSpPr>
        <p:spPr>
          <a:xfrm>
            <a:off x="9939008" y="2787088"/>
            <a:ext cx="1466389" cy="142713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DABED1F-292E-F6C6-089C-5EA9341DB606}"/>
              </a:ext>
            </a:extLst>
          </p:cNvPr>
          <p:cNvSpPr txBox="1"/>
          <p:nvPr/>
        </p:nvSpPr>
        <p:spPr>
          <a:xfrm>
            <a:off x="9945752" y="2833254"/>
            <a:ext cx="15674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Cambria" panose="02040503050406030204" pitchFamily="18" charset="0"/>
                <a:ea typeface="Cambria" panose="02040503050406030204" pitchFamily="18" charset="0"/>
              </a:rPr>
              <a:t>E3 – Training &amp; Sim Engine</a:t>
            </a:r>
          </a:p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Processes the video, runs simulations, and trains the model.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50283979-7333-FF0B-9744-B785B3D57605}"/>
              </a:ext>
            </a:extLst>
          </p:cNvPr>
          <p:cNvCxnSpPr>
            <a:cxnSpLocks/>
          </p:cNvCxnSpPr>
          <p:nvPr/>
        </p:nvCxnSpPr>
        <p:spPr>
          <a:xfrm>
            <a:off x="10535627" y="1989389"/>
            <a:ext cx="0" cy="820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5B78E05-9B5F-E803-94B2-A4DE62EC89F9}"/>
              </a:ext>
            </a:extLst>
          </p:cNvPr>
          <p:cNvCxnSpPr>
            <a:cxnSpLocks/>
          </p:cNvCxnSpPr>
          <p:nvPr/>
        </p:nvCxnSpPr>
        <p:spPr>
          <a:xfrm flipV="1">
            <a:off x="10895745" y="2008671"/>
            <a:ext cx="0" cy="794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59DC16F4-7063-5313-1B22-29282CD5F0B5}"/>
              </a:ext>
            </a:extLst>
          </p:cNvPr>
          <p:cNvSpPr txBox="1"/>
          <p:nvPr/>
        </p:nvSpPr>
        <p:spPr>
          <a:xfrm>
            <a:off x="9565253" y="2140133"/>
            <a:ext cx="105798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Training request and parameters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70D88E3-5138-2BF4-F391-310A53CCEE0E}"/>
              </a:ext>
            </a:extLst>
          </p:cNvPr>
          <p:cNvSpPr txBox="1"/>
          <p:nvPr/>
        </p:nvSpPr>
        <p:spPr>
          <a:xfrm>
            <a:off x="10835157" y="2272154"/>
            <a:ext cx="74272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DB0A75A-E21E-488F-8C86-9B4F2BA7EA17}"/>
              </a:ext>
            </a:extLst>
          </p:cNvPr>
          <p:cNvSpPr txBox="1"/>
          <p:nvPr/>
        </p:nvSpPr>
        <p:spPr>
          <a:xfrm>
            <a:off x="9671655" y="1929055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0CD9974-22A0-8802-3768-24FF46D89A82}"/>
              </a:ext>
            </a:extLst>
          </p:cNvPr>
          <p:cNvSpPr txBox="1"/>
          <p:nvPr/>
        </p:nvSpPr>
        <p:spPr>
          <a:xfrm>
            <a:off x="10864622" y="2033628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I14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7E6F9209-74F8-BA43-B253-269AF244DB92}"/>
              </a:ext>
            </a:extLst>
          </p:cNvPr>
          <p:cNvSpPr/>
          <p:nvPr/>
        </p:nvSpPr>
        <p:spPr>
          <a:xfrm>
            <a:off x="10449215" y="4933578"/>
            <a:ext cx="1623716" cy="142713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B1B95FC2-2ED1-1449-BDE8-3A41CC2A2E67}"/>
              </a:ext>
            </a:extLst>
          </p:cNvPr>
          <p:cNvCxnSpPr/>
          <p:nvPr/>
        </p:nvCxnSpPr>
        <p:spPr>
          <a:xfrm>
            <a:off x="11513165" y="2008671"/>
            <a:ext cx="0" cy="2912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45A911E2-7FEE-A6A2-0392-64004F112B1D}"/>
              </a:ext>
            </a:extLst>
          </p:cNvPr>
          <p:cNvCxnSpPr/>
          <p:nvPr/>
        </p:nvCxnSpPr>
        <p:spPr>
          <a:xfrm flipV="1">
            <a:off x="11666306" y="2008671"/>
            <a:ext cx="0" cy="2924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A39E3F2A-7543-7DB6-5537-46B85C15DAA6}"/>
              </a:ext>
            </a:extLst>
          </p:cNvPr>
          <p:cNvSpPr txBox="1"/>
          <p:nvPr/>
        </p:nvSpPr>
        <p:spPr>
          <a:xfrm>
            <a:off x="9939008" y="4663339"/>
            <a:ext cx="16617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Save model and data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56EBB21-23B2-BF46-A76A-57A84475ED77}"/>
              </a:ext>
            </a:extLst>
          </p:cNvPr>
          <p:cNvSpPr txBox="1"/>
          <p:nvPr/>
        </p:nvSpPr>
        <p:spPr>
          <a:xfrm>
            <a:off x="11620990" y="2520643"/>
            <a:ext cx="7427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Model file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5FF8AA9-BD46-7EF2-F64A-2CBE6E9D7F02}"/>
              </a:ext>
            </a:extLst>
          </p:cNvPr>
          <p:cNvSpPr txBox="1"/>
          <p:nvPr/>
        </p:nvSpPr>
        <p:spPr>
          <a:xfrm>
            <a:off x="10554486" y="4457325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I15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EB77B1D-570C-530D-3352-6CEC623A0424}"/>
              </a:ext>
            </a:extLst>
          </p:cNvPr>
          <p:cNvSpPr txBox="1"/>
          <p:nvPr/>
        </p:nvSpPr>
        <p:spPr>
          <a:xfrm>
            <a:off x="11608700" y="2267609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I16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ABC25EC-7615-2523-AD83-DB3AE5E6D591}"/>
              </a:ext>
            </a:extLst>
          </p:cNvPr>
          <p:cNvSpPr txBox="1"/>
          <p:nvPr/>
        </p:nvSpPr>
        <p:spPr>
          <a:xfrm>
            <a:off x="10477366" y="5065040"/>
            <a:ext cx="1567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E4 – Storage</a:t>
            </a:r>
          </a:p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Stores trained models and creates a downloadable file.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7DB11FEA-7882-BA74-0B86-92DC05F6F6CC}"/>
              </a:ext>
            </a:extLst>
          </p:cNvPr>
          <p:cNvSpPr/>
          <p:nvPr/>
        </p:nvSpPr>
        <p:spPr>
          <a:xfrm>
            <a:off x="602512" y="6034257"/>
            <a:ext cx="1162741" cy="51551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8CE6CD27-6FA8-03B2-1DCC-A6865909412C}"/>
              </a:ext>
            </a:extLst>
          </p:cNvPr>
          <p:cNvSpPr/>
          <p:nvPr/>
        </p:nvSpPr>
        <p:spPr>
          <a:xfrm>
            <a:off x="602512" y="5326605"/>
            <a:ext cx="1156337" cy="55259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E195770-6EB8-95F6-E5C8-27BB0B6FCA88}"/>
              </a:ext>
            </a:extLst>
          </p:cNvPr>
          <p:cNvSpPr txBox="1"/>
          <p:nvPr/>
        </p:nvSpPr>
        <p:spPr>
          <a:xfrm>
            <a:off x="1786999" y="5390246"/>
            <a:ext cx="2379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= Front-end components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CACC7908-7869-24A2-F808-B4AF279F3183}"/>
              </a:ext>
            </a:extLst>
          </p:cNvPr>
          <p:cNvSpPr txBox="1"/>
          <p:nvPr/>
        </p:nvSpPr>
        <p:spPr>
          <a:xfrm>
            <a:off x="1765253" y="6085744"/>
            <a:ext cx="2281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= External systems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C9E51942-D783-8DF5-8C41-ED4817BD3D7B}"/>
              </a:ext>
            </a:extLst>
          </p:cNvPr>
          <p:cNvCxnSpPr/>
          <p:nvPr/>
        </p:nvCxnSpPr>
        <p:spPr>
          <a:xfrm>
            <a:off x="4345969" y="5611343"/>
            <a:ext cx="682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D9B3E51C-FE20-6018-1FAB-894D4519A976}"/>
              </a:ext>
            </a:extLst>
          </p:cNvPr>
          <p:cNvSpPr txBox="1"/>
          <p:nvPr/>
        </p:nvSpPr>
        <p:spPr>
          <a:xfrm>
            <a:off x="5041762" y="5433572"/>
            <a:ext cx="152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= Interface IDs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2E891FBB-8617-6771-78AC-294922D2BC08}"/>
              </a:ext>
            </a:extLst>
          </p:cNvPr>
          <p:cNvCxnSpPr/>
          <p:nvPr/>
        </p:nvCxnSpPr>
        <p:spPr>
          <a:xfrm flipH="1">
            <a:off x="9596649" y="4012058"/>
            <a:ext cx="3423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B994FA23-B990-A2FA-8A27-ED2216BE7224}"/>
              </a:ext>
            </a:extLst>
          </p:cNvPr>
          <p:cNvSpPr txBox="1"/>
          <p:nvPr/>
        </p:nvSpPr>
        <p:spPr>
          <a:xfrm>
            <a:off x="9487148" y="3696079"/>
            <a:ext cx="59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I9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B73E4AD-0030-7C99-93EC-FA811478A2F4}"/>
              </a:ext>
            </a:extLst>
          </p:cNvPr>
          <p:cNvSpPr txBox="1"/>
          <p:nvPr/>
        </p:nvSpPr>
        <p:spPr>
          <a:xfrm>
            <a:off x="9559585" y="4148406"/>
            <a:ext cx="1256174" cy="502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Training status and summary</a:t>
            </a: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C2F8D341-0C16-71AD-CADC-B8787CA3145D}"/>
              </a:ext>
            </a:extLst>
          </p:cNvPr>
          <p:cNvSpPr/>
          <p:nvPr/>
        </p:nvSpPr>
        <p:spPr>
          <a:xfrm>
            <a:off x="4095569" y="5981435"/>
            <a:ext cx="933382" cy="515507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7DE2CFF8-191A-EDD4-DF55-441A4148E169}"/>
              </a:ext>
            </a:extLst>
          </p:cNvPr>
          <p:cNvSpPr txBox="1"/>
          <p:nvPr/>
        </p:nvSpPr>
        <p:spPr>
          <a:xfrm>
            <a:off x="5044096" y="6054224"/>
            <a:ext cx="1582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= Primary actor</a:t>
            </a:r>
          </a:p>
        </p:txBody>
      </p:sp>
    </p:spTree>
    <p:extLst>
      <p:ext uri="{BB962C8B-B14F-4D97-AF65-F5344CB8AC3E}">
        <p14:creationId xmlns:p14="http://schemas.microsoft.com/office/powerpoint/2010/main" val="2772025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214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Kaur, Manjinder (kaurmd)</dc:creator>
  <cp:lastModifiedBy>Kaur, Manjinder (kaurmd)</cp:lastModifiedBy>
  <cp:revision>1</cp:revision>
  <dcterms:created xsi:type="dcterms:W3CDTF">2026-10-02T21:23:26Z</dcterms:created>
  <dcterms:modified xsi:type="dcterms:W3CDTF">2026-10-02T22:40:27Z</dcterms:modified>
</cp:coreProperties>
</file>